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5706688" r:id="rId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F1B7F-766E-4CFC-9227-01DC285E8324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0EFA1-8F1D-48B9-8CD0-3C4EADD91B6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750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76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F00E-28B4-E29D-33FF-955E689B8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866F1-6234-5E16-C022-6C9281AB4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AC961-F345-8C97-8814-7B3B25CF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1A4D7-A212-1032-6E77-06CB5DAC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48BA3-3209-0DA5-1557-42736C94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9128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A768-489A-DF31-2C58-F38DEE5E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68184-4116-785C-34F4-53784746F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807F4-EA67-B58A-E31E-DC5F6FEC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DC741-4C2C-7CA3-00BF-379CD6A5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0E6C9-548F-26BF-D41B-01BB6184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9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0F7D-3D65-4147-9FD0-C9859318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789C8-C457-9659-C843-C64C06DCA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A1A15-D1C8-DD88-5FC0-7F4A3D15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D90F6-492E-F4DD-7E18-1B88F011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C2C57-5C65-A41A-1A85-1D687195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153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327A-1F8B-2105-251F-48C4E514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A233A-4B09-7F40-9B72-36223C313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E5C0F-8E7D-D479-55C4-FC97718CA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E6C9E-323E-ED96-C68A-4162D18A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9B678-4698-1EE7-4B0E-EAC33DD6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2AD9A-2F13-69C8-864B-AE6D0C92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418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FF71-7B35-0362-6C91-0B10FCCF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0E8E3-69B7-F685-0621-72E46908E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BD194-ABAA-5D76-F60F-7EC23EE28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C98D9-6B30-99F9-6CB4-AE56463D5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8EDF7-1DF0-3845-18DA-0F371286B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0B9CF-CFDC-9D20-F1AF-C57D377C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0D164-6B84-3088-659F-C87AE036E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84E1BE-C95F-FA6A-32BF-2BC6A64D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5525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6710F-01D3-AAAB-FE73-1EB6416B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3CA36-0828-632D-5ED4-9DDF2B60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C9D3C-7E0A-C3C6-F9D8-983F9E6D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96081-DBA3-53E0-F4D7-6F4DE0A1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526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592B4-B035-4352-D7D5-1E354031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3F168-DC3B-63F6-0DFD-D2923998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048A4-62E4-9A75-05F1-DBC3DD54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17301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0962-B98E-625F-7054-8510435D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F4B86-564B-19FD-5B68-BB2D55F55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D1D74-1864-8281-4BAF-40427C1C7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AF2DA-DFAE-28FB-596D-306A0AB4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85488-C986-C373-6F00-5E3CF1BF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E8B17-80BE-2251-D7D1-53AA9D9A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8968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9C65-E623-B611-D68C-82BB3BBF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6E760-EA1A-6B39-C80E-354B8AA1D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D56F8-E305-E843-21AA-7B5F7A35C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CB493-DEB5-3B52-9498-A80402E3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F7E3F-D4F7-4DCC-5DB2-FE8B58FB6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5670C-2C3C-193D-B0AA-3095E075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66575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0E05-CF12-536A-298F-48C4ED30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2345B-D749-48E1-F50C-3BDA38F25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91743-2FDA-8DA4-69F9-07DC2DCA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57176-155B-077F-0FE4-3774F8C5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5486F-883E-154C-CE61-26376F5D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8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8E634-A508-2AE9-EE56-CEA88A4E9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80F21-15CD-E95D-4007-9BAE5337C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A190A-063A-CF98-0A16-7F65C2C7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4D6B4-C69A-E214-0A2F-611A3A94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1FD4E-856D-D25B-7406-C1CC0694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61251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R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4" y="1161430"/>
            <a:ext cx="6627290" cy="111544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0FA47-1FF8-451B-8532-F1B47752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4813" y="2492374"/>
            <a:ext cx="6627290" cy="273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C94FEA8-066A-4CC1-BFCC-10ED1764A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23124" y="0"/>
            <a:ext cx="4968876" cy="6858000"/>
          </a:xfrm>
          <a:custGeom>
            <a:avLst/>
            <a:gdLst>
              <a:gd name="connsiteX0" fmla="*/ 4563423 w 4968876"/>
              <a:gd name="connsiteY0" fmla="*/ 205058 h 6858000"/>
              <a:gd name="connsiteX1" fmla="*/ 4339039 w 4968876"/>
              <a:gd name="connsiteY1" fmla="*/ 436971 h 6858000"/>
              <a:gd name="connsiteX2" fmla="*/ 4416767 w 4968876"/>
              <a:gd name="connsiteY2" fmla="*/ 551459 h 6858000"/>
              <a:gd name="connsiteX3" fmla="*/ 4495961 w 4968876"/>
              <a:gd name="connsiteY3" fmla="*/ 552927 h 6858000"/>
              <a:gd name="connsiteX4" fmla="*/ 4528042 w 4968876"/>
              <a:gd name="connsiteY4" fmla="*/ 536965 h 6858000"/>
              <a:gd name="connsiteX5" fmla="*/ 4554424 w 4968876"/>
              <a:gd name="connsiteY5" fmla="*/ 513474 h 6858000"/>
              <a:gd name="connsiteX6" fmla="*/ 4547380 w 4968876"/>
              <a:gd name="connsiteY6" fmla="*/ 536398 h 6858000"/>
              <a:gd name="connsiteX7" fmla="*/ 4482579 w 4968876"/>
              <a:gd name="connsiteY7" fmla="*/ 579359 h 6858000"/>
              <a:gd name="connsiteX8" fmla="*/ 4536878 w 4968876"/>
              <a:gd name="connsiteY8" fmla="*/ 594046 h 6858000"/>
              <a:gd name="connsiteX9" fmla="*/ 4666020 w 4968876"/>
              <a:gd name="connsiteY9" fmla="*/ 551453 h 6858000"/>
              <a:gd name="connsiteX10" fmla="*/ 4601449 w 4968876"/>
              <a:gd name="connsiteY10" fmla="*/ 494172 h 6858000"/>
              <a:gd name="connsiteX11" fmla="*/ 4666020 w 4968876"/>
              <a:gd name="connsiteY11" fmla="*/ 525016 h 6858000"/>
              <a:gd name="connsiteX12" fmla="*/ 4751252 w 4968876"/>
              <a:gd name="connsiteY12" fmla="*/ 467391 h 6858000"/>
              <a:gd name="connsiteX13" fmla="*/ 4758467 w 4968876"/>
              <a:gd name="connsiteY13" fmla="*/ 431058 h 6858000"/>
              <a:gd name="connsiteX14" fmla="*/ 4758475 w 4968876"/>
              <a:gd name="connsiteY14" fmla="*/ 431100 h 6858000"/>
              <a:gd name="connsiteX15" fmla="*/ 4758475 w 4968876"/>
              <a:gd name="connsiteY15" fmla="*/ 431017 h 6858000"/>
              <a:gd name="connsiteX16" fmla="*/ 4758475 w 4968876"/>
              <a:gd name="connsiteY16" fmla="*/ 428164 h 6858000"/>
              <a:gd name="connsiteX17" fmla="*/ 4686614 w 4968876"/>
              <a:gd name="connsiteY17" fmla="*/ 279916 h 6858000"/>
              <a:gd name="connsiteX18" fmla="*/ 4573689 w 4968876"/>
              <a:gd name="connsiteY18" fmla="*/ 209461 h 6858000"/>
              <a:gd name="connsiteX19" fmla="*/ 4563423 w 4968876"/>
              <a:gd name="connsiteY19" fmla="*/ 205058 h 6858000"/>
              <a:gd name="connsiteX20" fmla="*/ 0 w 4968876"/>
              <a:gd name="connsiteY20" fmla="*/ 0 h 6858000"/>
              <a:gd name="connsiteX21" fmla="*/ 4968876 w 4968876"/>
              <a:gd name="connsiteY21" fmla="*/ 0 h 6858000"/>
              <a:gd name="connsiteX22" fmla="*/ 4968876 w 4968876"/>
              <a:gd name="connsiteY22" fmla="*/ 6858000 h 6858000"/>
              <a:gd name="connsiteX23" fmla="*/ 0 w 4968876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68876" h="6858000">
                <a:moveTo>
                  <a:pt x="4563423" y="205058"/>
                </a:moveTo>
                <a:cubicBezTo>
                  <a:pt x="4513560" y="265238"/>
                  <a:pt x="4339039" y="310740"/>
                  <a:pt x="4339039" y="436971"/>
                </a:cubicBezTo>
                <a:cubicBezTo>
                  <a:pt x="4339039" y="486876"/>
                  <a:pt x="4369837" y="533846"/>
                  <a:pt x="4416767" y="551459"/>
                </a:cubicBezTo>
                <a:cubicBezTo>
                  <a:pt x="4443165" y="561734"/>
                  <a:pt x="4469563" y="561734"/>
                  <a:pt x="4495961" y="552927"/>
                </a:cubicBezTo>
                <a:cubicBezTo>
                  <a:pt x="4507694" y="549258"/>
                  <a:pt x="4518326" y="543753"/>
                  <a:pt x="4528042" y="536965"/>
                </a:cubicBezTo>
                <a:lnTo>
                  <a:pt x="4554424" y="513474"/>
                </a:lnTo>
                <a:lnTo>
                  <a:pt x="4547380" y="536398"/>
                </a:lnTo>
                <a:cubicBezTo>
                  <a:pt x="4535685" y="558154"/>
                  <a:pt x="4511196" y="574953"/>
                  <a:pt x="4482579" y="579359"/>
                </a:cubicBezTo>
                <a:cubicBezTo>
                  <a:pt x="4491384" y="588171"/>
                  <a:pt x="4511930" y="594046"/>
                  <a:pt x="4536878" y="594046"/>
                </a:cubicBezTo>
                <a:cubicBezTo>
                  <a:pt x="4582371" y="594046"/>
                  <a:pt x="4638137" y="580827"/>
                  <a:pt x="4666020" y="551453"/>
                </a:cubicBezTo>
                <a:cubicBezTo>
                  <a:pt x="4627865" y="552921"/>
                  <a:pt x="4602917" y="527953"/>
                  <a:pt x="4601449" y="494172"/>
                </a:cubicBezTo>
                <a:cubicBezTo>
                  <a:pt x="4619059" y="516203"/>
                  <a:pt x="4641072" y="525016"/>
                  <a:pt x="4666020" y="525016"/>
                </a:cubicBezTo>
                <a:cubicBezTo>
                  <a:pt x="4704543" y="525016"/>
                  <a:pt x="4737287" y="501057"/>
                  <a:pt x="4751252" y="467391"/>
                </a:cubicBezTo>
                <a:lnTo>
                  <a:pt x="4758467" y="431058"/>
                </a:lnTo>
                <a:lnTo>
                  <a:pt x="4758475" y="431100"/>
                </a:lnTo>
                <a:lnTo>
                  <a:pt x="4758475" y="431017"/>
                </a:lnTo>
                <a:lnTo>
                  <a:pt x="4758475" y="428164"/>
                </a:lnTo>
                <a:cubicBezTo>
                  <a:pt x="4758475" y="369452"/>
                  <a:pt x="4729144" y="319547"/>
                  <a:pt x="4686614" y="279916"/>
                </a:cubicBezTo>
                <a:cubicBezTo>
                  <a:pt x="4654349" y="249092"/>
                  <a:pt x="4614752" y="227075"/>
                  <a:pt x="4573689" y="209461"/>
                </a:cubicBezTo>
                <a:cubicBezTo>
                  <a:pt x="4570755" y="207994"/>
                  <a:pt x="4567822" y="206526"/>
                  <a:pt x="4563423" y="205058"/>
                </a:cubicBezTo>
                <a:close/>
                <a:moveTo>
                  <a:pt x="0" y="0"/>
                </a:moveTo>
                <a:lnTo>
                  <a:pt x="4968876" y="0"/>
                </a:lnTo>
                <a:lnTo>
                  <a:pt x="4968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 with alt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77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ACB44-1CB0-378E-85F2-E4EFBC5F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8EDB6-2F3A-5029-DADB-BC8DA4208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FEA53-0EFF-BADC-A276-2E33C54CD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CB322-2122-4EA2-9BE1-C7E44B3224D0}" type="datetimeFigureOut">
              <a:rPr lang="ro-RO" smtClean="0"/>
              <a:t>16.05.2024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61C0B-D1DA-0396-42C3-5BC1B8877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7D341-8385-1CC5-1778-C9D18FE37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6FC46-0D77-4950-9D44-65FA834BA9B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1169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C3220DF-7FC7-49BF-BEED-7D3634666B27}"/>
              </a:ext>
            </a:extLst>
          </p:cNvPr>
          <p:cNvSpPr txBox="1">
            <a:spLocks/>
          </p:cNvSpPr>
          <p:nvPr/>
        </p:nvSpPr>
        <p:spPr>
          <a:xfrm>
            <a:off x="538856" y="36359"/>
            <a:ext cx="10813727" cy="111544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Social engineering: don’t become a phishing victim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2450DA2-A8D8-4334-B6DE-9097D79F2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096" y="1916832"/>
            <a:ext cx="7920880" cy="435648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4B2BED-4832-49AC-9844-D152DA7874DE}"/>
              </a:ext>
            </a:extLst>
          </p:cNvPr>
          <p:cNvSpPr txBox="1"/>
          <p:nvPr/>
        </p:nvSpPr>
        <p:spPr>
          <a:xfrm>
            <a:off x="983432" y="985545"/>
            <a:ext cx="10081120" cy="101566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chemeClr val="bg1"/>
                </a:solidFill>
                <a:effectLst/>
              </a:rPr>
              <a:t>“Phishing” emails appear to be from a legitimate source but trick you into providing personal information or credentials. Or could be emails that pretend to be someone else! “if it is too good, it might be a </a:t>
            </a:r>
            <a:r>
              <a:rPr lang="en-US" sz="2000" b="1" i="0" dirty="0" err="1">
                <a:solidFill>
                  <a:schemeClr val="bg1"/>
                </a:solidFill>
                <a:effectLst/>
              </a:rPr>
              <a:t>phising</a:t>
            </a:r>
            <a:r>
              <a:rPr lang="en-US" sz="2000" b="1" i="0" dirty="0">
                <a:solidFill>
                  <a:schemeClr val="bg1"/>
                </a:solidFill>
                <a:effectLst/>
              </a:rPr>
              <a:t> attack”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1DB21D-C0A4-74D7-1A57-233FF06EB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937" y="3861048"/>
            <a:ext cx="3587934" cy="2470277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5BA92EE4-6483-A9D7-8A9F-52C0C102F8CA}"/>
              </a:ext>
            </a:extLst>
          </p:cNvPr>
          <p:cNvSpPr/>
          <p:nvPr/>
        </p:nvSpPr>
        <p:spPr>
          <a:xfrm>
            <a:off x="11208568" y="2852936"/>
            <a:ext cx="504056" cy="1368152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600" dirty="0" err="1"/>
          </a:p>
        </p:txBody>
      </p:sp>
    </p:spTree>
    <p:extLst>
      <p:ext uri="{BB962C8B-B14F-4D97-AF65-F5344CB8AC3E}">
        <p14:creationId xmlns:p14="http://schemas.microsoft.com/office/powerpoint/2010/main" val="2595804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AA47A365D18D478FE822121DBE9763" ma:contentTypeVersion="15" ma:contentTypeDescription="Create a new document." ma:contentTypeScope="" ma:versionID="21c5ca0ba29086519f9f800d30724f39">
  <xsd:schema xmlns:xsd="http://www.w3.org/2001/XMLSchema" xmlns:xs="http://www.w3.org/2001/XMLSchema" xmlns:p="http://schemas.microsoft.com/office/2006/metadata/properties" xmlns:ns3="932fe091-5b99-45d7-886d-c0ad52c03933" xmlns:ns4="e1751e40-1ad2-4457-b994-50ebcaea15be" targetNamespace="http://schemas.microsoft.com/office/2006/metadata/properties" ma:root="true" ma:fieldsID="1b92cc3c76833d04ae94b3ac979d0d13" ns3:_="" ns4:_="">
    <xsd:import namespace="932fe091-5b99-45d7-886d-c0ad52c03933"/>
    <xsd:import namespace="e1751e40-1ad2-4457-b994-50ebcaea15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fe091-5b99-45d7-886d-c0ad52c039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51e40-1ad2-4457-b994-50ebcaea1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2fe091-5b99-45d7-886d-c0ad52c03933" xsi:nil="true"/>
  </documentManagement>
</p:properties>
</file>

<file path=customXml/itemProps1.xml><?xml version="1.0" encoding="utf-8"?>
<ds:datastoreItem xmlns:ds="http://schemas.openxmlformats.org/officeDocument/2006/customXml" ds:itemID="{55875447-93F3-49A2-A585-B91787931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2fe091-5b99-45d7-886d-c0ad52c03933"/>
    <ds:schemaRef ds:uri="e1751e40-1ad2-4457-b994-50ebcaea1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4A32B2-5AA3-4236-93FA-B42A6DFA92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415483-5B6E-470B-9230-B9E11FE29C48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932fe091-5b99-45d7-886d-c0ad52c03933"/>
    <ds:schemaRef ds:uri="http://purl.org/dc/terms/"/>
    <ds:schemaRef ds:uri="e1751e40-1ad2-4457-b994-50ebcaea15b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PISCUNOV, Horia-Petru</dc:creator>
  <cp:lastModifiedBy>PISCUNOV, Horia-Petru</cp:lastModifiedBy>
  <cp:revision>1</cp:revision>
  <dcterms:created xsi:type="dcterms:W3CDTF">2024-05-16T13:06:54Z</dcterms:created>
  <dcterms:modified xsi:type="dcterms:W3CDTF">2024-05-16T13:07:18Z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0x01010087AA47A365D18D478FE822121DBE9763</vt:lpwstr>
  </property>
</Properties>
</file>