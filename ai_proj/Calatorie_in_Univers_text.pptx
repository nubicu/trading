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O rachetă veselă care decolează printre stele.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O vedere de ansamblu cu Soarele în centru și planetele în jurul lui pe „drumuri” (orbite).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Un soare mare, portocaliu, cu față zâmbitoare (dar realistă).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Mercur (mic și cenușiu) și Venus (strălucitor și galben).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Pământul văzut din spațiu (oceane albastre, continente verzi/maro).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O planetă roșie-portocalie, cu praf și pietre.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O planetă uriașă cu dungi colorate și o „pată” mare roșie.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Saturn cu inelele sale spectaculoase din gheață și praf.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Două planete albastre-verzui, foarte îndepărtate.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Luna plină de cratere, lângă Pământ.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Un astronaut care plutește în spațiu (costum alb, cască).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3 imagini (Soarele, Pământul, Saturn).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sugerată: Racheta care aterizează pe iarbă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Călătorie în Univers: Micii Astronauți și Sistemul Solar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Sunteți gata de decolare? Punem cu toții căștile de astronauți pe cap! 3... 2... 1... Start!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este Sistemul Solar?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Sistemul Solar este marea familie a Soarelui. Toate planetele se învârt în jurul lui ca într-un carusel uriaș.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Soarele – Regele Luminii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Soarele este o stea uriașă și fierbinte. El ne dă lumină și căldură. Fără el, pe Pământ ar fi foarte frig și întuneric!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Mercur și Venus (Cele mai apropiate)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Mercur e cel mai mic și fuge cel mai repede în jurul Soarelui.</a:t>
            </a:r>
          </a:p>
          <a:p>
            <a:r>
              <a:t>Venus este cea mai fierbinte planetă. Strălucește ca o bijuterie pe cer!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Pământ – Casa Noastră (Planeta Albastră)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Aceasta este casa noastră! E singura planetă unde există apă, flori, animale și oameni. De sus, arată ca o minge albastră și frumoasă.</a:t>
            </a:r>
          </a:p>
          <a:p/>
          <a:p>
            <a:r>
              <a:t>Interactivitate: Vedeți unde locuim noi?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Marte – Planeta Roșie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Marte e plin de praf roșu și munți înalți. Acolo trimitem roboței (rovere) să exploreze și să facă poze.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Jupiter – Gigantul Jucăuș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Jupiter este cel mai mare frate din familie! E atât de mare încât toate celelalte planete ar încăpea în interiorul lui. Are și furtuni uriașe care durează ani de zile!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Saturn – Planeta cu Inele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Saturn este campionul eleganței. Are inele magice făcute din bucățele de gheață și praf care sclipesc în lumină.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Uranus și Neptun – Giganții de Gheață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Aici e foarte, foarte frig! Uranus și Neptun sunt planete înghețate, unde bat vânturi foarte puternice.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Luna – Vecina Pământului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Luna nu e o planetă, e prietena Pământului care ne veghează noaptea. Ea se învârte mereu în jurul nostru.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 este să fii Astronaut?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În spațiu nu există greutate, așa că astronauții plutesc ca niște baloane! Ei mănâncă mâncare specială din tuburi și poartă costume groase ca să se protejeze.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Joc de Verificare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Care planetă are inele frumoase? (Saturn)</a:t>
            </a:r>
          </a:p>
          <a:p>
            <a:r>
              <a:t>2. Unde locuim noi? (Pământul)</a:t>
            </a:r>
          </a:p>
          <a:p>
            <a:r>
              <a:t>3. Cine ne dă căldură în fiecare zi? (Soarele)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Misiune îndeplinită! Bine ați revenit acasă, mici exploratori!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